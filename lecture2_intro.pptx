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74" r:id="rId2"/>
    <p:sldId id="675" r:id="rId3"/>
  </p:sldIdLst>
  <p:sldSz cx="13004800" cy="9753600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457200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457200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457200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457200" rtl="0" eaLnBrk="1" latinLnBrk="0" hangingPunct="1">
      <a:defRPr sz="34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CA9"/>
    <a:srgbClr val="0000FF"/>
    <a:srgbClr val="FA8511"/>
    <a:srgbClr val="00FA1F"/>
    <a:srgbClr val="E500D9"/>
    <a:srgbClr val="000000"/>
    <a:srgbClr val="00D2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Светлый стиль 1 -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 showComments="0">
  <p:normalViewPr>
    <p:restoredLeft sz="10893" autoAdjust="0"/>
    <p:restoredTop sz="95082" autoAdjust="0"/>
  </p:normalViewPr>
  <p:slideViewPr>
    <p:cSldViewPr>
      <p:cViewPr>
        <p:scale>
          <a:sx n="90" d="100"/>
          <a:sy n="90" d="100"/>
        </p:scale>
        <p:origin x="-160" y="248"/>
      </p:cViewPr>
      <p:guideLst>
        <p:guide orient="horz" pos="3072"/>
        <p:guide pos="40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126" y="-72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8B682AC-6BA5-3E4B-BA02-BEFA73F78BA5}" type="datetime1">
              <a:rPr lang="en-US"/>
              <a:pPr>
                <a:defRPr/>
              </a:pPr>
              <a:t>2/13/18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B5BCC34-0F55-1A49-B3E4-C6F4177C1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95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31863" y="741363"/>
            <a:ext cx="493395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2722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sz="1200" baseline="0" dirty="0" smtClean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53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sz="1200" baseline="0" dirty="0" smtClean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915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3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9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2618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9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31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9444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>
              <a:sym typeface="Calibri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5051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2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0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18" r:id="rId1"/>
    <p:sldLayoutId id="2147484519" r:id="rId2"/>
    <p:sldLayoutId id="2147484520" r:id="rId3"/>
    <p:sldLayoutId id="2147484521" r:id="rId4"/>
    <p:sldLayoutId id="2147484522" r:id="rId5"/>
    <p:sldLayoutId id="2147484523" r:id="rId6"/>
    <p:sldLayoutId id="2147484524" r:id="rId7"/>
    <p:sldLayoutId id="2147484525" r:id="rId8"/>
    <p:sldLayoutId id="2147484526" r:id="rId9"/>
    <p:sldLayoutId id="2147484527" r:id="rId10"/>
    <p:sldLayoutId id="2147484528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  <p:txStyles>
    <p:titleStyle>
      <a:lvl1pPr marL="57150" indent="-57150" algn="ctr" rtl="0" eaLnBrk="0" fontAlgn="base" hangingPunct="0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+mj-lt"/>
          <a:ea typeface="+mj-ea"/>
          <a:cs typeface="+mj-cs"/>
          <a:sym typeface="Calibri" charset="0"/>
        </a:defRPr>
      </a:lvl1pPr>
      <a:lvl2pPr marL="57150" indent="-57150" algn="ctr" rtl="0" eaLnBrk="0" fontAlgn="base" hangingPunct="0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57150" indent="-57150" algn="ctr" rtl="0" eaLnBrk="0" fontAlgn="base" hangingPunct="0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57150" indent="-57150" algn="ctr" rtl="0" eaLnBrk="0" fontAlgn="base" hangingPunct="0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57150" indent="-57150" algn="ctr" rtl="0" eaLnBrk="0" fontAlgn="base" hangingPunct="0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514350" algn="ctr" rtl="0" fontAlgn="base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971550" algn="ctr" rtl="0" fontAlgn="base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1428750" algn="ctr" rtl="0" fontAlgn="base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1885950" algn="ctr" rtl="0" fontAlgn="base">
        <a:spcBef>
          <a:spcPct val="0"/>
        </a:spcBef>
        <a:spcAft>
          <a:spcPct val="0"/>
        </a:spcAft>
        <a:defRPr sz="62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titleStyle>
    <p:bodyStyle>
      <a:lvl1pPr marL="382588" indent="-342900" algn="l" rtl="0" eaLnBrk="0" fontAlgn="base" hangingPunct="0">
        <a:spcBef>
          <a:spcPts val="11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44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782638" indent="-285750" algn="l" rtl="0" eaLnBrk="0" fontAlgn="base" hangingPunct="0">
        <a:spcBef>
          <a:spcPts val="10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38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1182688" indent="-228600" algn="l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639888" indent="-22860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2097088" indent="-22860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8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554288" indent="-228600" algn="l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8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3011488" indent="-228600" algn="l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8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468688" indent="-228600" algn="l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8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925888" indent="-228600" algn="l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8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hyperlink" Target="http://intbio.org/bioinf2018" TargetMode="External"/><Relationship Id="rId1" Type="http://schemas.openxmlformats.org/officeDocument/2006/relationships/tags" Target="../tags/tag1.xml"/><Relationship Id="rId2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hyperlink" Target="http://intbio.org/bioinf2018/2" TargetMode="External"/><Relationship Id="rId5" Type="http://schemas.openxmlformats.org/officeDocument/2006/relationships/image" Target="../media/image1.jpg"/><Relationship Id="rId1" Type="http://schemas.openxmlformats.org/officeDocument/2006/relationships/tags" Target="../tags/tag2.xml"/><Relationship Id="rId2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Заголовок 3"/>
          <p:cNvSpPr>
            <a:spLocks noGrp="1"/>
          </p:cNvSpPr>
          <p:nvPr>
            <p:ph type="title"/>
          </p:nvPr>
        </p:nvSpPr>
        <p:spPr bwMode="auto">
          <a:xfrm>
            <a:off x="50800" y="10334"/>
            <a:ext cx="13004800" cy="16256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Calibri" charset="0"/>
                <a:ea typeface="ヒラギノ角ゴ ProN W3" charset="0"/>
                <a:cs typeface="ヒラギノ角ゴ ProN W3" charset="0"/>
              </a:rPr>
              <a:t>Орг. вопросы</a:t>
            </a:r>
            <a:endParaRPr lang="en-US" dirty="0">
              <a:solidFill>
                <a:srgbClr val="000000"/>
              </a:solidFill>
              <a:latin typeface="Calibri" charset="0"/>
              <a:ea typeface="ヒラギノ角ゴ ProN W3" charset="0"/>
              <a:cs typeface="ヒラギノ角ゴ ProN W3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1200" y="1282616"/>
            <a:ext cx="11963400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ru-RU" dirty="0" smtClean="0"/>
              <a:t>Сайт </a:t>
            </a:r>
            <a:r>
              <a:rPr lang="en-US" dirty="0" smtClean="0">
                <a:hlinkClick r:id="rId4"/>
              </a:rPr>
              <a:t>http://intbio.org/bioinf2018</a:t>
            </a:r>
            <a:endParaRPr lang="ru-RU" dirty="0" smtClean="0"/>
          </a:p>
          <a:p>
            <a:pPr marL="457200" indent="-457200">
              <a:buFont typeface="Arial" charset="0"/>
              <a:buChar char="•"/>
            </a:pPr>
            <a:endParaRPr lang="en-US" dirty="0" smtClean="0"/>
          </a:p>
          <a:p>
            <a:pPr marL="457200" indent="-457200">
              <a:buFont typeface="Arial" charset="0"/>
              <a:buChar char="•"/>
            </a:pPr>
            <a:r>
              <a:rPr lang="ru-RU" b="1" dirty="0" smtClean="0"/>
              <a:t>Вводный опросник</a:t>
            </a:r>
            <a:r>
              <a:rPr lang="ru-RU" dirty="0" smtClean="0"/>
              <a:t> </a:t>
            </a:r>
            <a:r>
              <a:rPr lang="mr-IN" dirty="0" smtClean="0"/>
              <a:t>–</a:t>
            </a:r>
            <a:r>
              <a:rPr lang="ru-RU" dirty="0" smtClean="0"/>
              <a:t> </a:t>
            </a:r>
            <a:r>
              <a:rPr lang="ru-RU" dirty="0" err="1" smtClean="0"/>
              <a:t>дедлайн</a:t>
            </a:r>
            <a:r>
              <a:rPr lang="ru-RU" dirty="0" smtClean="0"/>
              <a:t> 19 февраля</a:t>
            </a:r>
            <a:r>
              <a:rPr lang="en-US" dirty="0" smtClean="0"/>
              <a:t> 23:59</a:t>
            </a:r>
            <a:r>
              <a:rPr lang="ru-RU" dirty="0" smtClean="0"/>
              <a:t>.</a:t>
            </a:r>
          </a:p>
          <a:p>
            <a:pPr marL="457200" indent="-457200">
              <a:buFont typeface="Arial" charset="0"/>
              <a:buChar char="•"/>
            </a:pPr>
            <a:endParaRPr lang="ru-RU" dirty="0" smtClean="0"/>
          </a:p>
          <a:p>
            <a:pPr marL="457200" indent="-457200">
              <a:buFont typeface="Arial" charset="0"/>
              <a:buChar char="•"/>
            </a:pPr>
            <a:r>
              <a:rPr lang="ru-RU" b="1" dirty="0" smtClean="0"/>
              <a:t>Форма отчетности</a:t>
            </a:r>
            <a:r>
              <a:rPr lang="en-US" b="1" dirty="0" smtClean="0"/>
              <a:t>:</a:t>
            </a:r>
            <a:r>
              <a:rPr lang="ru-RU" dirty="0" smtClean="0"/>
              <a:t> зачет + обязательное посещение лекций</a:t>
            </a:r>
          </a:p>
          <a:p>
            <a:pPr marL="457200" indent="-457200">
              <a:buFont typeface="Arial" charset="0"/>
              <a:buChar char="•"/>
            </a:pPr>
            <a:endParaRPr lang="ru-RU" dirty="0" smtClean="0"/>
          </a:p>
          <a:p>
            <a:pPr marL="457200" indent="-457200">
              <a:buFont typeface="Arial" charset="0"/>
              <a:buChar char="•"/>
            </a:pPr>
            <a:r>
              <a:rPr lang="ru-RU" b="1" dirty="0" smtClean="0"/>
              <a:t>Контроль успеваемости</a:t>
            </a:r>
            <a:r>
              <a:rPr lang="ru-RU" dirty="0" smtClean="0"/>
              <a:t>: посещение</a:t>
            </a:r>
            <a:r>
              <a:rPr lang="en-US" dirty="0" smtClean="0"/>
              <a:t> </a:t>
            </a:r>
            <a:r>
              <a:rPr lang="ru-RU" dirty="0" smtClean="0"/>
              <a:t>всех лекций + две контрольные работы + вводный опросник </a:t>
            </a:r>
            <a:r>
              <a:rPr lang="en-US" dirty="0" smtClean="0"/>
              <a:t>=</a:t>
            </a:r>
            <a:r>
              <a:rPr lang="ru-RU" dirty="0" smtClean="0"/>
              <a:t> зачет автомат.</a:t>
            </a:r>
          </a:p>
          <a:p>
            <a:pPr marL="457200" indent="-457200">
              <a:buFont typeface="Arial" charset="0"/>
              <a:buChar char="•"/>
            </a:pPr>
            <a:endParaRPr lang="ru-RU" dirty="0"/>
          </a:p>
          <a:p>
            <a:pPr marL="457200" indent="-457200">
              <a:buFont typeface="Arial" charset="0"/>
              <a:buChar char="•"/>
            </a:pPr>
            <a:r>
              <a:rPr lang="ru-RU" dirty="0" smtClean="0"/>
              <a:t>За каждые 2 пропущенные лекции </a:t>
            </a:r>
            <a:r>
              <a:rPr lang="mr-IN" dirty="0" smtClean="0"/>
              <a:t>–</a:t>
            </a:r>
            <a:r>
              <a:rPr lang="ru-RU" dirty="0" smtClean="0"/>
              <a:t> реферат 5 стр. 12 шрифтом.</a:t>
            </a:r>
          </a:p>
          <a:p>
            <a:pPr marL="457200" indent="-457200">
              <a:buFont typeface="Arial" charset="0"/>
              <a:buChar char="•"/>
            </a:pPr>
            <a:endParaRPr lang="en-US" dirty="0" smtClean="0"/>
          </a:p>
          <a:p>
            <a:pPr marL="457200" indent="-457200">
              <a:buFont typeface="Arial" charset="0"/>
              <a:buChar char="•"/>
            </a:pPr>
            <a:r>
              <a:rPr lang="ru-RU" b="1" dirty="0" smtClean="0"/>
              <a:t>Контроль посещаемости</a:t>
            </a:r>
            <a:r>
              <a:rPr lang="ru-RU" dirty="0" smtClean="0"/>
              <a:t> </a:t>
            </a:r>
            <a:r>
              <a:rPr lang="mr-IN" dirty="0" smtClean="0"/>
              <a:t>–</a:t>
            </a:r>
            <a:r>
              <a:rPr lang="ru-RU" dirty="0" smtClean="0"/>
              <a:t> будет меняться.</a:t>
            </a:r>
            <a:endParaRPr lang="en-US" dirty="0"/>
          </a:p>
          <a:p>
            <a:pPr marL="457200" indent="-457200">
              <a:buFont typeface="Arial" charset="0"/>
              <a:buChar char="•"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522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Заголовок 3"/>
          <p:cNvSpPr>
            <a:spLocks noGrp="1"/>
          </p:cNvSpPr>
          <p:nvPr>
            <p:ph type="title"/>
          </p:nvPr>
        </p:nvSpPr>
        <p:spPr bwMode="auto">
          <a:xfrm>
            <a:off x="50800" y="10334"/>
            <a:ext cx="13004800" cy="16256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b="1" dirty="0"/>
              <a:t>Контроль посещаемости сегодня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11200" y="1282616"/>
            <a:ext cx="119634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 smtClean="0"/>
              <a:t>Заполнить форму по адресу</a:t>
            </a:r>
            <a:endParaRPr lang="en-US" sz="4800" dirty="0"/>
          </a:p>
          <a:p>
            <a:pPr algn="ctr"/>
            <a:r>
              <a:rPr lang="en-US" sz="4800" b="1" dirty="0" smtClean="0">
                <a:hlinkClick r:id="rId4"/>
              </a:rPr>
              <a:t>http://intbio.org/2</a:t>
            </a:r>
            <a:r>
              <a:rPr lang="ru-RU" sz="4800" b="1" dirty="0" smtClean="0"/>
              <a:t> </a:t>
            </a:r>
            <a:endParaRPr lang="ru-RU" dirty="0" smtClean="0"/>
          </a:p>
          <a:p>
            <a:pPr algn="ctr"/>
            <a:r>
              <a:rPr lang="ru-RU" sz="4800" dirty="0" smtClean="0"/>
              <a:t>Возможность закрывается в 10:50</a:t>
            </a:r>
            <a:r>
              <a:rPr lang="en-US" sz="4800" dirty="0" smtClean="0"/>
              <a:t>!</a:t>
            </a:r>
            <a:endParaRPr lang="ru-RU" sz="4800" dirty="0" smtClean="0"/>
          </a:p>
          <a:p>
            <a:pPr algn="ctr"/>
            <a:endParaRPr lang="ru-RU" sz="4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r>
              <a:rPr lang="ru-RU" sz="2800" dirty="0" smtClean="0"/>
              <a:t>либо</a:t>
            </a:r>
            <a:endParaRPr lang="ru-RU" sz="2800" dirty="0"/>
          </a:p>
          <a:p>
            <a:pPr algn="ctr"/>
            <a:r>
              <a:rPr lang="ru-RU" sz="2800" dirty="0" smtClean="0"/>
              <a:t>Записаться в список на перерыве</a:t>
            </a:r>
            <a:endParaRPr lang="ru-R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3657600"/>
            <a:ext cx="4864100" cy="4864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850" y="3581400"/>
            <a:ext cx="4864100" cy="48641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205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8|13.1|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8|13.1|1.2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4F81BD"/>
      </a:accent1>
      <a:accent2>
        <a:srgbClr val="333399"/>
      </a:accent2>
      <a:accent3>
        <a:srgbClr val="FFFFFF"/>
      </a:accent3>
      <a:accent4>
        <a:srgbClr val="000000"/>
      </a:accent4>
      <a:accent5>
        <a:srgbClr val="B2C1DB"/>
      </a:accent5>
      <a:accent6>
        <a:srgbClr val="2D2D8A"/>
      </a:accent6>
      <a:hlink>
        <a:srgbClr val="0048FF"/>
      </a:hlink>
      <a:folHlink>
        <a:srgbClr val="004BD2"/>
      </a:folHlink>
    </a:clrScheme>
    <a:fontScheme name="Office Theme">
      <a:majorFont>
        <a:latin typeface="Calibri"/>
        <a:ea typeface="ヒラギノ角ゴ ProN W3"/>
        <a:cs typeface="ヒラギノ角ゴ ProN W3"/>
      </a:majorFont>
      <a:minorFont>
        <a:latin typeface="Calibri"/>
        <a:ea typeface="ヒラギノ角ゴ ProN W3"/>
        <a:cs typeface="ヒラギノ角ゴ ProN W3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F81BD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ヒラギノ角ゴ ProN W3" charset="0"/>
            <a:cs typeface="ヒラギノ角ゴ ProN W3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4F81BD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ヒラギノ角ゴ ProN W3" charset="0"/>
            <a:cs typeface="ヒラギノ角ゴ ProN W3" charset="0"/>
            <a:sym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536622</TotalTime>
  <Pages>0</Pages>
  <Words>80</Words>
  <Characters>0</Characters>
  <Application>Microsoft Macintosh PowerPoint</Application>
  <PresentationFormat>Custom</PresentationFormat>
  <Lines>0</Lines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ＭＳ Ｐゴシック</vt:lpstr>
      <vt:lpstr>ヒラギノ角ゴ ProN W3</vt:lpstr>
      <vt:lpstr>Arial</vt:lpstr>
      <vt:lpstr>Office Theme</vt:lpstr>
      <vt:lpstr>Орг. вопросы</vt:lpstr>
      <vt:lpstr>Контроль посещаемости сегодня</vt:lpstr>
    </vt:vector>
  </TitlesOfParts>
  <Manager/>
  <Company/>
  <LinksUpToDate>false</LinksUpToDate>
  <SharedDoc>false</SharedDoc>
  <HyperlinkBase/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simulations and statistical analysis of self-organizing molecular systems based on peptides</dc:title>
  <dc:subject/>
  <dc:creator/>
  <cp:keywords/>
  <dc:description/>
  <cp:lastModifiedBy>2alexsha@gmail.com</cp:lastModifiedBy>
  <cp:revision>651</cp:revision>
  <cp:lastPrinted>2018-01-31T21:40:27Z</cp:lastPrinted>
  <dcterms:created xsi:type="dcterms:W3CDTF">2013-03-20T05:57:50Z</dcterms:created>
  <dcterms:modified xsi:type="dcterms:W3CDTF">2018-02-13T10:34:30Z</dcterms:modified>
  <cp:category/>
</cp:coreProperties>
</file>